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4" r:id="rId6"/>
    <p:sldId id="260" r:id="rId7"/>
    <p:sldId id="261" r:id="rId8"/>
    <p:sldId id="265"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3/29/2026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3/29/2026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3/29/2026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F7BD1-598B-5617-3309-F7BFBD147496}"/>
              </a:ext>
            </a:extLst>
          </p:cNvPr>
          <p:cNvSpPr>
            <a:spLocks noGrp="1"/>
          </p:cNvSpPr>
          <p:nvPr>
            <p:ph type="ctrTitle"/>
          </p:nvPr>
        </p:nvSpPr>
        <p:spPr>
          <a:xfrm>
            <a:off x="1154955" y="2099733"/>
            <a:ext cx="8510155" cy="1695519"/>
          </a:xfrm>
        </p:spPr>
        <p:txBody>
          <a:bodyPr/>
          <a:lstStyle/>
          <a:p>
            <a:r>
              <a:rPr lang="en-US" dirty="0"/>
              <a:t>Digital Literacy</a:t>
            </a:r>
          </a:p>
        </p:txBody>
      </p:sp>
      <p:sp>
        <p:nvSpPr>
          <p:cNvPr id="3" name="Subtitle 2">
            <a:extLst>
              <a:ext uri="{FF2B5EF4-FFF2-40B4-BE49-F238E27FC236}">
                <a16:creationId xmlns:a16="http://schemas.microsoft.com/office/drawing/2014/main" id="{37FA5064-CA83-8A0D-FA76-83EE4453666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5390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C4DAA-4A7D-78EE-015E-5648BDCCA0EE}"/>
              </a:ext>
            </a:extLst>
          </p:cNvPr>
          <p:cNvSpPr>
            <a:spLocks noGrp="1"/>
          </p:cNvSpPr>
          <p:nvPr>
            <p:ph type="ctrTitle"/>
          </p:nvPr>
        </p:nvSpPr>
        <p:spPr/>
        <p:txBody>
          <a:bodyPr/>
          <a:lstStyle/>
          <a:p>
            <a:r>
              <a:rPr lang="en-US" sz="2800" dirty="0"/>
              <a:t>Digital literacy is about understanding how to operate and use digital applications, devices and the internet </a:t>
            </a:r>
            <a:r>
              <a:rPr lang="en-US" sz="2800" dirty="0" err="1"/>
              <a:t>safely.It</a:t>
            </a:r>
            <a:r>
              <a:rPr lang="en-US" sz="2800" dirty="0"/>
              <a:t> enables us to learn, connect and achieve tasks online and use the internet </a:t>
            </a:r>
            <a:r>
              <a:rPr lang="en-US" sz="2800" dirty="0" err="1"/>
              <a:t>safely.Having</a:t>
            </a:r>
            <a:r>
              <a:rPr lang="en-US" sz="2800" dirty="0"/>
              <a:t> digital literacy ensures we are not vulnerable to dangers while using the internet.</a:t>
            </a:r>
          </a:p>
        </p:txBody>
      </p:sp>
      <p:sp>
        <p:nvSpPr>
          <p:cNvPr id="3" name="Subtitle 2">
            <a:extLst>
              <a:ext uri="{FF2B5EF4-FFF2-40B4-BE49-F238E27FC236}">
                <a16:creationId xmlns:a16="http://schemas.microsoft.com/office/drawing/2014/main" id="{3B7C824C-6587-15B8-2D66-80BF8654262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4292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CEE5-39D9-E237-F2C1-D294A3CC3732}"/>
              </a:ext>
            </a:extLst>
          </p:cNvPr>
          <p:cNvSpPr>
            <a:spLocks noGrp="1"/>
          </p:cNvSpPr>
          <p:nvPr>
            <p:ph type="ctrTitle"/>
          </p:nvPr>
        </p:nvSpPr>
        <p:spPr>
          <a:xfrm>
            <a:off x="1154955" y="2099733"/>
            <a:ext cx="8372503" cy="1626693"/>
          </a:xfrm>
        </p:spPr>
        <p:txBody>
          <a:bodyPr/>
          <a:lstStyle/>
          <a:p>
            <a:r>
              <a:rPr lang="en-US" dirty="0"/>
              <a:t> Secure Online Practices</a:t>
            </a:r>
          </a:p>
        </p:txBody>
      </p:sp>
      <p:sp>
        <p:nvSpPr>
          <p:cNvPr id="3" name="Subtitle 2">
            <a:extLst>
              <a:ext uri="{FF2B5EF4-FFF2-40B4-BE49-F238E27FC236}">
                <a16:creationId xmlns:a16="http://schemas.microsoft.com/office/drawing/2014/main" id="{A100DE39-859D-0921-8805-9FC662468DE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2432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7002-D210-439A-4AA5-5255D9E006A8}"/>
              </a:ext>
            </a:extLst>
          </p:cNvPr>
          <p:cNvSpPr>
            <a:spLocks noGrp="1"/>
          </p:cNvSpPr>
          <p:nvPr>
            <p:ph type="ctrTitle"/>
          </p:nvPr>
        </p:nvSpPr>
        <p:spPr/>
        <p:txBody>
          <a:bodyPr/>
          <a:lstStyle/>
          <a:p>
            <a:r>
              <a:rPr lang="en-US" sz="2800" dirty="0"/>
              <a:t>se secure passwords with two-factor authentication turned </a:t>
            </a:r>
            <a:r>
              <a:rPr lang="en-US" sz="2800" dirty="0" err="1"/>
              <a:t>on.Never</a:t>
            </a:r>
            <a:r>
              <a:rPr lang="en-US" sz="2800" dirty="0"/>
              <a:t> open or download links or files from a website that seems </a:t>
            </a:r>
            <a:r>
              <a:rPr lang="en-US" sz="2800" dirty="0" err="1"/>
              <a:t>suspicious.Do</a:t>
            </a:r>
            <a:r>
              <a:rPr lang="en-US" sz="2800" dirty="0"/>
              <a:t> not give your personal details over the </a:t>
            </a:r>
            <a:r>
              <a:rPr lang="en-US" sz="2800" dirty="0" err="1"/>
              <a:t>internet.Keep</a:t>
            </a:r>
            <a:r>
              <a:rPr lang="en-US" sz="2800" dirty="0"/>
              <a:t> your antivirus software updated along with any applications you use.</a:t>
            </a:r>
          </a:p>
        </p:txBody>
      </p:sp>
      <p:sp>
        <p:nvSpPr>
          <p:cNvPr id="3" name="Subtitle 2">
            <a:extLst>
              <a:ext uri="{FF2B5EF4-FFF2-40B4-BE49-F238E27FC236}">
                <a16:creationId xmlns:a16="http://schemas.microsoft.com/office/drawing/2014/main" id="{1D65E05B-460E-9806-37AC-9A360DA1F4C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8078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A37EF-8686-27EF-9EDD-FD1EBF301E07}"/>
              </a:ext>
            </a:extLst>
          </p:cNvPr>
          <p:cNvSpPr>
            <a:spLocks noGrp="1"/>
          </p:cNvSpPr>
          <p:nvPr>
            <p:ph type="ctrTitle"/>
          </p:nvPr>
        </p:nvSpPr>
        <p:spPr>
          <a:xfrm>
            <a:off x="-5600526" y="1656934"/>
            <a:ext cx="20687355" cy="4619419"/>
          </a:xfrm>
        </p:spPr>
        <p:txBody>
          <a:bodyPr/>
          <a:lstStyle/>
          <a:p>
            <a:endParaRPr lang="en-US" dirty="0"/>
          </a:p>
        </p:txBody>
      </p:sp>
      <p:sp>
        <p:nvSpPr>
          <p:cNvPr id="3" name="Subtitle 2">
            <a:extLst>
              <a:ext uri="{FF2B5EF4-FFF2-40B4-BE49-F238E27FC236}">
                <a16:creationId xmlns:a16="http://schemas.microsoft.com/office/drawing/2014/main" id="{FBC8D369-D4E1-662D-268B-D903EA562C2E}"/>
              </a:ext>
            </a:extLst>
          </p:cNvPr>
          <p:cNvSpPr>
            <a:spLocks noGrp="1"/>
          </p:cNvSpPr>
          <p:nvPr>
            <p:ph type="subTitle" idx="1"/>
          </p:nvPr>
        </p:nvSpPr>
        <p:spPr/>
        <p:txBody>
          <a:bodyPr/>
          <a:lstStyle/>
          <a:p>
            <a:endParaRPr lang="en-US"/>
          </a:p>
        </p:txBody>
      </p:sp>
      <p:pic>
        <p:nvPicPr>
          <p:cNvPr id="1026" name="Picture 2">
            <a:extLst>
              <a:ext uri="{FF2B5EF4-FFF2-40B4-BE49-F238E27FC236}">
                <a16:creationId xmlns:a16="http://schemas.microsoft.com/office/drawing/2014/main" id="{DF66DDE2-5CA6-DDAB-C22B-2371A56A9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641" y="856694"/>
            <a:ext cx="9821529" cy="5144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798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D89AA-B851-EF55-1A2A-E0B4A555B794}"/>
              </a:ext>
            </a:extLst>
          </p:cNvPr>
          <p:cNvSpPr>
            <a:spLocks noGrp="1"/>
          </p:cNvSpPr>
          <p:nvPr>
            <p:ph type="ctrTitle"/>
          </p:nvPr>
        </p:nvSpPr>
        <p:spPr>
          <a:xfrm>
            <a:off x="1154954" y="2099733"/>
            <a:ext cx="9198413" cy="1459544"/>
          </a:xfrm>
        </p:spPr>
        <p:txBody>
          <a:bodyPr/>
          <a:lstStyle/>
          <a:p>
            <a:r>
              <a:rPr lang="en-US" dirty="0"/>
              <a:t> Electronic Mail Etiquette</a:t>
            </a:r>
          </a:p>
        </p:txBody>
      </p:sp>
      <p:sp>
        <p:nvSpPr>
          <p:cNvPr id="3" name="Subtitle 2">
            <a:extLst>
              <a:ext uri="{FF2B5EF4-FFF2-40B4-BE49-F238E27FC236}">
                <a16:creationId xmlns:a16="http://schemas.microsoft.com/office/drawing/2014/main" id="{59625BFF-6B34-806A-F883-7E5A4F23D31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58874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53FB-DEB4-4533-4EA3-E9B90B2487C1}"/>
              </a:ext>
            </a:extLst>
          </p:cNvPr>
          <p:cNvSpPr>
            <a:spLocks noGrp="1"/>
          </p:cNvSpPr>
          <p:nvPr>
            <p:ph type="ctrTitle"/>
          </p:nvPr>
        </p:nvSpPr>
        <p:spPr/>
        <p:txBody>
          <a:bodyPr/>
          <a:lstStyle/>
          <a:p>
            <a:r>
              <a:rPr lang="en-US" sz="2800" dirty="0"/>
              <a:t>Be polite and </a:t>
            </a:r>
            <a:r>
              <a:rPr lang="en-US" sz="2800" dirty="0" err="1"/>
              <a:t>formal.Proofread</a:t>
            </a:r>
            <a:r>
              <a:rPr lang="en-US" sz="2800" dirty="0"/>
              <a:t> messages for spelling and grammar mistakes before sending </a:t>
            </a:r>
            <a:r>
              <a:rPr lang="en-US" sz="2800" dirty="0" err="1"/>
              <a:t>them.Always</a:t>
            </a:r>
            <a:r>
              <a:rPr lang="en-US" sz="2800" dirty="0"/>
              <a:t> use a clear and appropriate subject for your message. Respond promptly when a reply is necessary.</a:t>
            </a:r>
          </a:p>
        </p:txBody>
      </p:sp>
      <p:sp>
        <p:nvSpPr>
          <p:cNvPr id="3" name="Subtitle 2">
            <a:extLst>
              <a:ext uri="{FF2B5EF4-FFF2-40B4-BE49-F238E27FC236}">
                <a16:creationId xmlns:a16="http://schemas.microsoft.com/office/drawing/2014/main" id="{5C85DA0C-E940-7296-C48D-D42F42592B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62696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98C12-78E1-1D11-62B1-C8CC21A343E7}"/>
              </a:ext>
            </a:extLst>
          </p:cNvPr>
          <p:cNvSpPr>
            <a:spLocks noGrp="1"/>
          </p:cNvSpPr>
          <p:nvPr>
            <p:ph type="ctrTitle"/>
          </p:nvPr>
        </p:nvSpPr>
        <p:spPr>
          <a:xfrm>
            <a:off x="867507" y="609601"/>
            <a:ext cx="10339755" cy="5720862"/>
          </a:xfrm>
        </p:spPr>
        <p:txBody>
          <a:bodyPr/>
          <a:lstStyle/>
          <a:p>
            <a:endParaRPr lang="en-US" dirty="0"/>
          </a:p>
        </p:txBody>
      </p:sp>
      <p:sp>
        <p:nvSpPr>
          <p:cNvPr id="3" name="Subtitle 2">
            <a:extLst>
              <a:ext uri="{FF2B5EF4-FFF2-40B4-BE49-F238E27FC236}">
                <a16:creationId xmlns:a16="http://schemas.microsoft.com/office/drawing/2014/main" id="{9C0514FF-CFBA-0626-3DDF-03C523A8E13F}"/>
              </a:ext>
            </a:extLst>
          </p:cNvPr>
          <p:cNvSpPr>
            <a:spLocks noGrp="1"/>
          </p:cNvSpPr>
          <p:nvPr>
            <p:ph type="subTitle" idx="1"/>
          </p:nvPr>
        </p:nvSpPr>
        <p:spPr/>
        <p:txBody>
          <a:bodyPr/>
          <a:lstStyle/>
          <a:p>
            <a:endParaRPr lang="en-US"/>
          </a:p>
        </p:txBody>
      </p:sp>
      <p:pic>
        <p:nvPicPr>
          <p:cNvPr id="2050" name="Picture 2">
            <a:extLst>
              <a:ext uri="{FF2B5EF4-FFF2-40B4-BE49-F238E27FC236}">
                <a16:creationId xmlns:a16="http://schemas.microsoft.com/office/drawing/2014/main" id="{E7AE478E-4425-BAFD-09C8-8E1A8F679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615" y="924895"/>
            <a:ext cx="5849101" cy="5042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101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F2D3F-632E-13C7-2A50-E4FF93A7BB21}"/>
              </a:ext>
            </a:extLst>
          </p:cNvPr>
          <p:cNvSpPr>
            <a:spLocks noGrp="1"/>
          </p:cNvSpPr>
          <p:nvPr>
            <p:ph type="ctrTitle"/>
          </p:nvPr>
        </p:nvSpPr>
        <p:spPr>
          <a:xfrm>
            <a:off x="1154956" y="1366684"/>
            <a:ext cx="8343006" cy="2526890"/>
          </a:xfrm>
        </p:spPr>
        <p:txBody>
          <a:bodyPr/>
          <a:lstStyle/>
          <a:p>
            <a:r>
              <a:rPr lang="en-US" dirty="0"/>
              <a:t>Helpful Digital Applications</a:t>
            </a:r>
          </a:p>
        </p:txBody>
      </p:sp>
      <p:sp>
        <p:nvSpPr>
          <p:cNvPr id="3" name="Subtitle 2">
            <a:extLst>
              <a:ext uri="{FF2B5EF4-FFF2-40B4-BE49-F238E27FC236}">
                <a16:creationId xmlns:a16="http://schemas.microsoft.com/office/drawing/2014/main" id="{8BD87C43-8097-1738-BA02-3B1BC055096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05540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6318-FDC2-94B5-F587-5FF1E2F84946}"/>
              </a:ext>
            </a:extLst>
          </p:cNvPr>
          <p:cNvSpPr>
            <a:spLocks noGrp="1"/>
          </p:cNvSpPr>
          <p:nvPr>
            <p:ph type="ctrTitle"/>
          </p:nvPr>
        </p:nvSpPr>
        <p:spPr/>
        <p:txBody>
          <a:bodyPr/>
          <a:lstStyle/>
          <a:p>
            <a:r>
              <a:rPr lang="en-US" sz="3200" dirty="0"/>
              <a:t>Canva-Design and </a:t>
            </a:r>
            <a:r>
              <a:rPr lang="en-US" sz="3200" dirty="0" err="1"/>
              <a:t>presentations.Google</a:t>
            </a:r>
            <a:r>
              <a:rPr lang="en-US" sz="3200" dirty="0"/>
              <a:t> Drive-Online storage and </a:t>
            </a:r>
            <a:r>
              <a:rPr lang="en-US" sz="3200" dirty="0" err="1"/>
              <a:t>sharing.GitHub</a:t>
            </a:r>
            <a:r>
              <a:rPr lang="en-US" sz="3200" dirty="0"/>
              <a:t>-Coding projects and version </a:t>
            </a:r>
            <a:r>
              <a:rPr lang="en-US" sz="3200" dirty="0" err="1"/>
              <a:t>control.Grammarly</a:t>
            </a:r>
            <a:r>
              <a:rPr lang="en-US" sz="3200" dirty="0"/>
              <a:t>-grammar and spelling checker.</a:t>
            </a:r>
          </a:p>
        </p:txBody>
      </p:sp>
      <p:sp>
        <p:nvSpPr>
          <p:cNvPr id="3" name="Subtitle 2">
            <a:extLst>
              <a:ext uri="{FF2B5EF4-FFF2-40B4-BE49-F238E27FC236}">
                <a16:creationId xmlns:a16="http://schemas.microsoft.com/office/drawing/2014/main" id="{47BA0C69-1F2E-C695-EB91-348421458D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624753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{F4FACFE7-C6CF-4898-BAF7-25F69A37A8EE}TF229edf6a-8a49-49ee-a0a6-5037052947485fb3ca0c-bc27bf41d645</Template>
  <TotalTime>19</TotalTime>
  <Words>165</Words>
  <Application>Microsoft Office PowerPoint</Application>
  <PresentationFormat>Widescreen</PresentationFormat>
  <Paragraphs>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Digital Literacy</vt:lpstr>
      <vt:lpstr>Digital literacy is about understanding how to operate and use digital applications, devices and the internet safely.It enables us to learn, connect and achieve tasks online and use the internet safely.Having digital literacy ensures we are not vulnerable to dangers while using the internet.</vt:lpstr>
      <vt:lpstr> Secure Online Practices</vt:lpstr>
      <vt:lpstr>se secure passwords with two-factor authentication turned on.Never open or download links or files from a website that seems suspicious.Do not give your personal details over the internet.Keep your antivirus software updated along with any applications you use.</vt:lpstr>
      <vt:lpstr>PowerPoint Presentation</vt:lpstr>
      <vt:lpstr> Electronic Mail Etiquette</vt:lpstr>
      <vt:lpstr>Be polite and formal.Proofread messages for spelling and grammar mistakes before sending them.Always use a clear and appropriate subject for your message. Respond promptly when a reply is necessary.</vt:lpstr>
      <vt:lpstr>PowerPoint Presentation</vt:lpstr>
      <vt:lpstr>Helpful Digital Applications</vt:lpstr>
      <vt:lpstr>Canva-Design and presentations.Google Drive-Online storage and sharing.GitHub-Coding projects and version control.Grammarly-grammar and spelling checker.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Shambhavi Raj</dc:creator>
  <cp:lastModifiedBy>Shambhavi Raj</cp:lastModifiedBy>
  <cp:revision>1</cp:revision>
  <dcterms:created xsi:type="dcterms:W3CDTF">2026-03-26T14:45:50Z</dcterms:created>
  <dcterms:modified xsi:type="dcterms:W3CDTF">2026-03-29T16:28:30Z</dcterms:modified>
</cp:coreProperties>
</file>